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AC7E-FD4F-405C-BB94-C179B741A775}" type="datetimeFigureOut">
              <a:rPr lang="es-MX" smtClean="0"/>
              <a:t>15/04/2012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5653-303C-4D86-8043-442CE13A62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937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AC7E-FD4F-405C-BB94-C179B741A775}" type="datetimeFigureOut">
              <a:rPr lang="es-MX" smtClean="0"/>
              <a:t>15/04/2012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5653-303C-4D86-8043-442CE13A62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7258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AC7E-FD4F-405C-BB94-C179B741A775}" type="datetimeFigureOut">
              <a:rPr lang="es-MX" smtClean="0"/>
              <a:t>15/04/2012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5653-303C-4D86-8043-442CE13A62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6199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AC7E-FD4F-405C-BB94-C179B741A775}" type="datetimeFigureOut">
              <a:rPr lang="es-MX" smtClean="0"/>
              <a:t>15/04/2012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5653-303C-4D86-8043-442CE13A62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021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AC7E-FD4F-405C-BB94-C179B741A775}" type="datetimeFigureOut">
              <a:rPr lang="es-MX" smtClean="0"/>
              <a:t>15/04/2012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5653-303C-4D86-8043-442CE13A62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68372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AC7E-FD4F-405C-BB94-C179B741A775}" type="datetimeFigureOut">
              <a:rPr lang="es-MX" smtClean="0"/>
              <a:t>15/04/2012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5653-303C-4D86-8043-442CE13A62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548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AC7E-FD4F-405C-BB94-C179B741A775}" type="datetimeFigureOut">
              <a:rPr lang="es-MX" smtClean="0"/>
              <a:t>15/04/2012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5653-303C-4D86-8043-442CE13A62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844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AC7E-FD4F-405C-BB94-C179B741A775}" type="datetimeFigureOut">
              <a:rPr lang="es-MX" smtClean="0"/>
              <a:t>15/04/2012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5653-303C-4D86-8043-442CE13A62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8523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AC7E-FD4F-405C-BB94-C179B741A775}" type="datetimeFigureOut">
              <a:rPr lang="es-MX" smtClean="0"/>
              <a:t>15/04/2012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5653-303C-4D86-8043-442CE13A62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9303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AC7E-FD4F-405C-BB94-C179B741A775}" type="datetimeFigureOut">
              <a:rPr lang="es-MX" smtClean="0"/>
              <a:t>15/04/2012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5653-303C-4D86-8043-442CE13A62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966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AC7E-FD4F-405C-BB94-C179B741A775}" type="datetimeFigureOut">
              <a:rPr lang="es-MX" smtClean="0"/>
              <a:t>15/04/2012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5653-303C-4D86-8043-442CE13A62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849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2AC7E-FD4F-405C-BB94-C179B741A775}" type="datetimeFigureOut">
              <a:rPr lang="es-MX" smtClean="0"/>
              <a:t>15/04/2012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65653-303C-4D86-8043-442CE13A625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2328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Guía de Estudio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19259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7743825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420888"/>
            <a:ext cx="74580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98" y="3218682"/>
            <a:ext cx="39719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005064"/>
            <a:ext cx="39814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797152"/>
            <a:ext cx="7210425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3951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844824"/>
            <a:ext cx="7419975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10245"/>
            <a:ext cx="7391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429000"/>
            <a:ext cx="3971925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319" y="4293096"/>
            <a:ext cx="3867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94" y="5013176"/>
            <a:ext cx="748665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2729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7572375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492896"/>
            <a:ext cx="7305675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429000"/>
            <a:ext cx="4124325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981450"/>
            <a:ext cx="4152900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697054"/>
            <a:ext cx="721995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9660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</Words>
  <Application>Microsoft Office PowerPoint</Application>
  <PresentationFormat>Presentación en pantalla (4:3)</PresentationFormat>
  <Paragraphs>1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Tema de Office</vt:lpstr>
      <vt:lpstr>Guía de Estudio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Apachie</dc:creator>
  <cp:lastModifiedBy>Apachie</cp:lastModifiedBy>
  <cp:revision>3</cp:revision>
  <dcterms:created xsi:type="dcterms:W3CDTF">2012-04-16T03:30:28Z</dcterms:created>
  <dcterms:modified xsi:type="dcterms:W3CDTF">2012-04-16T04:47:14Z</dcterms:modified>
</cp:coreProperties>
</file>